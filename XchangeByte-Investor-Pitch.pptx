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THE UNTOLD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day, millions of Indians want to trade crypto.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But almost none can legally move money from their bank account into a trading platform — and back again.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What if someone solved that first?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</a:rPr>
              <a:t>XchangeByte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India's Compliant Crypto &amp; Forex Trading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₹2.5T+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 Crypto Market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32004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10 Cr+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3977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Indian Crypto 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1st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3977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Bank Pay-In/Out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41080" y="32004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₹10 Cr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32520" y="3977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Seed Round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01 ·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traders face a broken money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Most global crypto brokers do NOT accept INR from Indian bank accounts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Traders resort to risky P2P transfers — slow and legally grey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Banks frequently freeze accounts linked to unofficial crypto 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No single platform offers crypto + forex with full Indian compliance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~95% of Indian crypto traders cannot legally pay-in from whitelisted bank accounts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OUR UNIQUE ADVANTAGE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bank pay-in &amp; pay-out — our core USP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🏦 Indian Bank Account (Whitelisted) → 💳 Pay-In (UPI/NEFT/RTGS)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→ 📈 Trade Crypto &amp; Forex → 💰 Pay-Out back to same bank account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XchangeByte will be one of the very few platforms to offer this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Fully compliant with FIU-IND, PMLA, and all Indian regulations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02 · 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$2.2-2.5T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 Market Cap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$75-120B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Daily Volume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9-12 Cr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Indian Crypto Users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4108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Top 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3252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 Adoption Rank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India has massive crypto demand but very few fully compliant platforms focused on trust and regulation.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WHY WE WIN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Global Brokers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Indian Exchanges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XchangeByte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Legal INR bank pay-in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✗ Rare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✓ Some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Legal INR bank pay-out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✗ Rare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✓ Some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Crypto + Forex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✓ Some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✗ 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Whitelisted bank flow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✗ Almost none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✗ Limited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✓ CORE USP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04 ·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India's regulatory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FIU-IND Registration as Reporting Entity under PMLA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AML/CFT policies, Principal Officer, Compliance Officer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KYC: PAN, Aadhaar, address verification, risk profiling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Transaction monitoring, STR filing, sanctions screening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30% VDA tax compliance, 1% TDS, GST considerations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Travel Rule compliance for cross-border transfers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05 ·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High-performance matching engine (sub-millisecond latency)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Multi-chain wallets: ERC-20, TRC-20, BEP-20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Cold + hot wallet architecture (95%+ cold storage)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Banking integration: UPI, NEFT, RTGS with reconciliation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Real-time risk engine, trade surveillance, fraud monitoring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Web app + iOS/Android mobile apps + API for advanced traders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DEVELOPMENT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✓ DONE: VPS secured, domain registered, architecture designed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● IN PROGRESS: Web app, blockchain integration, wallet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→ NEXT: Banking rails, FIU registration, payment gateway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Q3 2026: Closed beta with 1,000 users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Q4 2026: Public launch with mobile apps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06 · REVENUE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engines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60%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Brokerage Fees (0.10-0.25% per trade)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25%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Spread Income (bid-ask)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15%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Premium Subscriptions (₹499-1,999/mo)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High operating leverage — revenue grows faster than costs once platform is live.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active trader is highly profitable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₹2.5L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monthly volume/user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₹375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Monthly revenue/user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₹4,500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Annual revenue/user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4108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5.6x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3252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LTV/CAC ratio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07 · FINANCIAL PROJECTIONS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revenue projection (conservative)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Year 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Year 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Year 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Registered Users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25,000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1,00,000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3,00,000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Active Traders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8,000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35,000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1,00,000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Annual Volume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₹1,920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₹12,600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₹48,000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Total 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₹6.2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₹31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₹96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EBITDA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₹0.9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₹10.9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₹46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INVESTOR RETURNS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strong returns in 24-36 months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8-12x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multiple by Year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18-24mo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Break-even timeline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Series 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₹300-500 Cr valuation target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41080" y="20116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IPO/M&amp;A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3252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Long-term exit path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acquire 100,000 users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Phase 1: Stealth beta — 1,000 hand-picked traders, referral-only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Phase 2: Influencer partnerships — YouTube, Telegram, Twitter/X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Phase 3: Paid acquisition — Google, Meta, app store optimization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Phase 4: B2B — white-label API, affiliate program for financial advisors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09 ·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10+ years in financial markets — equities, derivatives, commodities, digital assets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SEBI-registered research professionals on leadership team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Deep expertise in risk management, investment analysis, trading strategies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Mission: Bridge conventional finance and digital assets for India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CHAPTER 10 ·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Round: ₹10 Crore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35% — Licensing &amp; Compliance (₹3.5 Cr)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30% — Technology Development (₹3.0 Cr)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20% — Marketing &amp; User Acquisition (₹2.0 Cr)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10% — Banking Integration (₹1.0 Cr)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5% — Operations &amp; Legal (₹0.5 Cr)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18-month runway to public launch + 6 months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</a:rPr>
              <a:t>MILESTONE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execution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Month 1-3: FIU registration, company structuring, legal framework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Month 4-6: Bank partnerships, payment gateway, whitelisting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Month 7-9: Core exchange live, wallet integration, security audits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Month 10-12: 1,000-user closed beta, mobile apps, forex module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Month 13-18: Public launch, marketing push, 25K users target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</a:rPr>
              <a:t>XchangeByte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Let's Build India's Most Trusted Digital Asset Gateway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Raising ₹10 Crore Seed 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</a:rPr>
              <a:t>contact@xchangebyte.com  |  www.xchangebyte.com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Confidential — For prospective investors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XchangeByte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XchangeByte — Investor Presentation</dc:title>
  <dc:subject>India Compliant Crypto &amp; Forex Trading Platform</dc:subject>
  <dc:creator>XchangeByte</dc:creator>
  <cp:lastModifiedBy>XchangeByte</cp:lastModifiedBy>
  <cp:revision>1</cp:revision>
  <dcterms:created xsi:type="dcterms:W3CDTF">2026-06-19T14:52:41Z</dcterms:created>
  <dcterms:modified xsi:type="dcterms:W3CDTF">2026-06-19T14:52:41Z</dcterms:modified>
</cp:coreProperties>
</file>